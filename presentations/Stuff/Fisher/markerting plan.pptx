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60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102" y="-5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A1E87-B530-467F-86E7-B5C303E4E091}" type="datetimeFigureOut">
              <a:rPr lang="en-US" smtClean="0"/>
              <a:t>7/6/2009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185CF-0CCA-4B91-982B-5E0DD61D33E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185CF-0CCA-4B91-982B-5E0DD61D33E2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1185CF-0CCA-4B91-982B-5E0DD61D33E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7/6/2009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28600"/>
            <a:ext cx="8763000" cy="645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48400" y="5715000"/>
            <a:ext cx="253365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096000"/>
            <a:ext cx="87630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5715000"/>
          </a:xfrm>
        </p:spPr>
        <p:txBody>
          <a:bodyPr>
            <a:normAutofit/>
          </a:bodyPr>
          <a:lstStyle/>
          <a:p>
            <a:endParaRPr lang="en-US" sz="1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6096000"/>
            <a:ext cx="8763000" cy="533400"/>
          </a:xfrm>
        </p:spPr>
        <p:txBody>
          <a:bodyPr>
            <a:normAutofit lnSpcReduction="10000"/>
          </a:bodyPr>
          <a:lstStyle/>
          <a:p>
            <a:pPr algn="r"/>
            <a:r>
              <a:rPr lang="en-US" b="1" dirty="0" smtClean="0">
                <a:solidFill>
                  <a:schemeClr val="tx1"/>
                </a:solidFill>
              </a:rPr>
              <a:t>Marketing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Office PowerPoint</Application>
  <PresentationFormat>On-screen Show (4:3)</PresentationFormat>
  <Paragraphs>3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PedritoGV</dc:creator>
  <cp:lastModifiedBy>PedritoGV</cp:lastModifiedBy>
  <cp:revision>3</cp:revision>
  <dcterms:created xsi:type="dcterms:W3CDTF">2006-08-16T00:00:00Z</dcterms:created>
  <dcterms:modified xsi:type="dcterms:W3CDTF">2009-07-07T00:34:49Z</dcterms:modified>
</cp:coreProperties>
</file>